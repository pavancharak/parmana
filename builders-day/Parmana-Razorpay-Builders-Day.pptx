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 sentence: an AI agent can propose a refund, but it only runs when the rules and a signed human approval both say yes. Then say what we will show: the problem, what Parmana is, one refund end to end, what is real and what is not. About 2 minutes of talk, then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point: the control today is the model's judgement at the moment it acts. Three failure modes on the right are the ones judges will recognise.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boxes left to right. The key line is the last one on the slide: the agent never holds the Razorpay key. Parmana never holds it either; the small endpoint holds the Razorpay test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exact about status. The endpoint's tests run against a fake Razorpay; the real Razorpay calls are what the live demo shows, in test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five is the one that moves money. It is test mode only: the endpoint refuses any live key before it makes a call. Say: the agent never sees the Razorpay key, Parmana never sees it either.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to: what stops the agent changing its own limit? The agent's key cannot reach these routes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rerun request 2 on stage: each run creates a new ₹1 refund. If request 2 times out, do not send it again. Read its record first with the transaction id: it may have run. Fallback if the network fails: show the four saved records from rehearsal and verify one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exact: 4 of 4 is the send.ts script's own pass/fail check per case. Latency is a known gap we track publicly.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Agent Studio runs are live until the connector's secure header holds the new agent key and a live refusal comes back from Parmana. The API key is never shown, pasted or shared; it goes only into the secure header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slide before judges ask. The most credible thing we can say is the list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state the community tier. Do not mention any Verified tier until it is merged and visible on the listing.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anything not on this slide, use the claims register: say what is built, what is designed, and what is not yet connected.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anything not on this slide, use the claims register: say what is built, what is designed, and what is not yet connected.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BEFORE STAGE: the quotation is from the earlier brief and has not been checked against its published source. If it cannot be confirmed, replace the title with: The agent can be as capable as it likes; it has no authority of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Parmana × Razorpay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refund agent that cannot refund on its own word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be as capable as it can be. Give it no authority of its own.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Builders Day · Bengaluru · 14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now move money, and most hold the payment key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</a:rPr>
              <a:t>Refunds, payouts and chargebacks are being handed to AI agents.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</a:rPr>
              <a:t>In most setups the agent holds the payment API key and calls it directly.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</a:rPr>
              <a:t>Whatever the model believes at that moment is what happens to the money.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</a:rPr>
              <a:t>A prompt rule ("never refund over ₹10,000") is advice, not a control.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</a:rPr>
              <a:t>Afterwards there is only the agent's own log. An auditor cannot check who approved what.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955280" y="173736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F3F6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0" y="196596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it goes wrong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look like decisions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misread order becomes a real refund.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is easy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who claims a manager approved it is arguing with a language model.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proof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agent's own log remains.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PARMANA 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proposes. Parmana decides, and records it.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6EE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089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asks for one action, with its parameters.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192024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3F6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1089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hold a grant in force, within its limit?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192024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6EE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31089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signed human approval for this exact resource and amount, unexpired and unused?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06640" y="192024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3F6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31089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short-lived signed authorization, addressed to one endpoint, re-checked before it runs.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92640" y="192024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6EE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55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31089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Trust Record or Refusal Record. Verifiable offline with a public key.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decision, approved or refused, leaves a record. The agent never holds the payment key.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parts, all in the open repository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  <a:gridCol w="28346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Parmana decision layer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check, grants, signed approvals, single use, re-check at release, signed records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in production; live-checked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razorpay-refund 1.0.0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refund needs a grant in force and a signed manager approval for this payment, covering this amount (paise)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Written, validated, tested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endpoint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 Parmana's signed release, then calls Razorpay's refund API in test mode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Written; 9 tests pass against a fake Razorpay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script send.ts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agent's side: one request per case, checks each outcome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Written; type-checked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Parmana's core needed no code change. Razorpay is registered as an external connector, through the same two-person approval as any other change.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REFUND FLOWS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steps; Razorpay is called only at step five, and only once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737360" cy="4572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proposes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pay_… for 100 paise (₹1), with the manager's signed approval attached.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04872" y="1828800"/>
            <a:ext cx="1737360" cy="4572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04872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404872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Parmana checks authority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04872" y="315468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for razorpay:refund in force? Amount within the ₹5 limit?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61104" y="1828800"/>
            <a:ext cx="1737360" cy="4572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61104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261104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checks approval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261104" y="315468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manager approval for this payment and amount, unexpired, unused?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17336" y="1828800"/>
            <a:ext cx="1737360" cy="4572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17336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117336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is signed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17336" y="315468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short-lived authorization for the endpoint, recording what is about to run.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73568" y="1828800"/>
            <a:ext cx="1737360" cy="4572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73568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973568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refunds once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973568" y="315468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signature, address, expiry. Checks Razorpay for this receipt, then refunds.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829800" y="1828800"/>
            <a:ext cx="1737360" cy="4572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2980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record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315468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Record if approved, Refusal Record if refused. Verifiable by anyone.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Idempotence: each refund carries Parmana's transaction id as its Razorpay receipt. A retry finds the earlier refund instead of making a second one.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 cannot be changed by the agent, or by one person alone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3F6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two people</a:t>
            </a:r>
            <a:endParaRPr lang="en-US" sz="2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</a:t>
            </a:r>
            <a:endParaRPr lang="en-US" sz="2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Razorpay connector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grant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proposed by one identity and approved by another, with a signed step-up confirmation.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92024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</a:rPr>
              <a:t>The agent's own key is refused on these routes.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</a:rPr>
              <a:t>So the agent cannot widen its own authority.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</a:rPr>
              <a:t>A manager's signed approval covers one payment and one amount. It cannot lift the agent's limit.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</a:rPr>
              <a:t>Approver keys are added and revoked through the same two-person process, with no deploy.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requests, one rupee, one real refund in test mode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840480"/>
                <a:gridCol w="3840480"/>
                <a:gridCol w="28346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proves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 refund, no manager approval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 by the policy. Razorpay never called.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runs without a signed human approval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 refund, manager approval for this payment and ₹1, within the ₹5 grant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Approved. Refunded once in Razorpay test mode. Record verifies offline.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happy path, with proof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 refund, valid approval for ₹8, grant limit ₹5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Refused: NOT_AUTHORIZED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manager's signature cannot lift the agent's limit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2's approval sent again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Refused: approval already 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Approvals work once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Razorpay dashboard, Test Mode, Refunds: exactly one ₹1 refund, with its receipt equal to Parmana's transaction id. Nothing for requests 1, 3 and 4.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CHECKED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four outcomes behaved as required against production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4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send.ts cases passed against the production Parmana API, including the approved refund.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004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refund for ₹1, on the test payment. The dashboard shows only that one refund.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2004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tests pass against a fake Razorpay: tampered, expired, wrong-address and replayed releases refused.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requests released to the endpoint have taken roughly 14 to 32 seconds end to end. That is acceptable for refunds, not for card authorisation.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STUDIO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Razorpay's no-code agent, and the part that is not yet live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</a:rPr>
              <a:t>The agent is built in Razorpay's Agent Studio (beta), connected to Parmana as a connector.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</a:rPr>
              <a:t>Its live path cannot produce the manager's signed approval. So its live runs show refusals.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</a:rPr>
              <a:t>Its example runs are simulated. We say so on stage.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</a:rPr>
              <a:t>Routing rule: requests above ₹1,00,00,000 are held by the agent and never sent to Parmana. That is the agent's rule, not Parmana's.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4"/>
                </a:solidFill>
              </a:rPr>
              <a:t>Pending: the Parmana key in the connector's secure header, so live runs reach Parmana.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real, and what is not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 or not real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231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Parmana's production decision service, policy and grant checks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money: the endpoint is test mode only and refuses live keys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approvals, single use, signed Trust and Refusal Records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checked against an order system: not connected in this demo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Razorpay's real API, in test mode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limits (₹50,000 or 20 refunds a day): designed, not built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Two-person governance on policy, connector and grant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tier on the AgenTrust listing: not yet announced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proves what Parmana decided and released, and what the endpoint reported. Razorpay's dashboard is the record of the refund itself.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Deployed, open, and checkable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1064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</a:rPr>
              <a:t>Parmana is deployed in production. TypeScript and Python SDKs are on npm and PyPI.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</a:rPr>
              <a:t>Listed in the AgenTrust integrations repository as a TRACE external evidence source, at the community tier. This is not a certification.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</a:rPr>
              <a:t>A public claims register and a dated gap log say what is claimed, with evidence, and what is not.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</a:rPr>
              <a:t>The SDKs are Apache-2.0. The server is source available for evaluation.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github.com/pavancharak/parmana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 </a:t>
            </a:r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docs.parmanasystems.com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 </a:t>
            </a:r>
            <a:pPr indent="0" marL="0">
              <a:buNone/>
            </a:pPr>
            <a:r>
              <a:rPr lang="en-US" sz="1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founder@parmanasystems.com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questions, with straight answers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" cy="20574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this just a rules engine or an API gateway?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gateway checks who is calling. Parmana checks what is being done, under whose signed approval, and proves it afterwards.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4864" cy="20574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691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guardrails in the prompt?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23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run inside or beside the agent and can be argued with. Parmana sits outside it; the agent cannot reach the policy or approval keys.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4864" cy="20574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023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a human approval on every refund kill automation?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548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design, for now: it is the safe default while agents are new. Approval is a signature, not a meeting. Autonomy comes through tight grants, which is an open product question.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4023360"/>
            <a:ext cx="54864" cy="20574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023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stops the agent calling Razorpay directly?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7548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Parmana, if the agent holds its own Razorpay key. The design keeps the key only at the endpoint, and we say so.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questions, continued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" cy="20574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stop a refund being paid twice?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approval works once. Each release is short lived and addressed to one endpoint. The refund carries Parmana's transaction id as its receipt, and the endpoint checks for it first.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4864" cy="20574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691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approver key is stolen?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23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 is bound to one payment and amount, and expires. The agent's grant still caps the amount, so a stolen approver key cannot exceed the limit.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4864" cy="20574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023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eligibility checked? What if it was already refunded?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548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this demo. Parmana can ask the system that owns the fact and refuse on contradiction; that is built and checked with a demo source. Connecting a real order system is next.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4023360"/>
            <a:ext cx="54864" cy="20574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023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production today?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7548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service, governance, signed approvals, grants and signed records. No shipped policy uses grants or signal sources for real refunds yet, and no real business system is connected.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the supply of intelligence from the authority over it.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be as capable as it likes. It has no authority of its own.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github.com/pavancharak/parmana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Parmana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Parmana × Razorpay: Builders Day</dc:title>
  <dc:subject>PptxGenJS Presentation</dc:subject>
  <dc:creator>PptxGenJS</dc:creator>
  <cp:lastModifiedBy>PptxGenJS</cp:lastModifiedBy>
  <cp:revision>1</cp:revision>
  <dcterms:created xsi:type="dcterms:W3CDTF">2026-10-14T09:29:32Z</dcterms:created>
  <dcterms:modified xsi:type="dcterms:W3CDTF">2026-10-14T09:29:32Z</dcterms:modified>
</cp:coreProperties>
</file>